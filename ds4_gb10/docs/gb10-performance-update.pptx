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5bf097005490c" /><Relationship Type="http://schemas.openxmlformats.org/officeDocument/2006/relationships/extended-properties" Target="/docProps/app.xml" Id="Ree303f59baff4f45" /><Relationship Type="http://schemas.openxmlformats.org/officeDocument/2006/relationships/officeDocument" Target="/ppt/presentation.xml" Id="Rbc9938e666a646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3f7be1fcc4cc6"/>
  </p:sldMasterIdLst>
  <p:notesMasterIdLst>
    <p:notesMasterId xmlns:r="http://schemas.openxmlformats.org/officeDocument/2006/relationships" r:id="R8cbb5cee4680438f"/>
  </p:notesMasterIdLst>
  <p:sldIdLst>
    <p:sldId xmlns:r="http://schemas.openxmlformats.org/officeDocument/2006/relationships" id="256" r:id="R99cca806aa3144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3f7be1fcc4cc6" /><Relationship Type="http://schemas.openxmlformats.org/officeDocument/2006/relationships/theme" Target="/ppt/theme/theme1.xml" Id="R38f49a04f1ba4958" /><Relationship Type="http://schemas.openxmlformats.org/officeDocument/2006/relationships/notesMaster" Target="/ppt/notesMasters/notesMaster1.xml" Id="R8cbb5cee4680438f" /><Relationship Type="http://schemas.openxmlformats.org/officeDocument/2006/relationships/presProps" Target="/ppt/presProps.xml" Id="Raef712f28f864c91" /><Relationship Type="http://schemas.openxmlformats.org/officeDocument/2006/relationships/viewProps" Target="/ppt/viewProps.xml" Id="Rdfe0c2de3f80446b" /><Relationship Type="http://schemas.openxmlformats.org/officeDocument/2006/relationships/tableStyles" Target="/ppt/tableStyles.xml" Id="Rba3db2cfa0a04d17" /><Relationship Type="http://schemas.openxmlformats.org/officeDocument/2006/relationships/slide" Target="/ppt/slides/slide1.xml" Id="R99cca806aa31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90140500464f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6fba804a44956" /><Relationship Type="http://schemas.openxmlformats.org/officeDocument/2006/relationships/notesMaster" Target="/ppt/notesMasters/notesMaster1.xml" Id="R0c0a38a7c095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1b6c00d9b4d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75ba966eb654c4a" /><Relationship Type="http://schemas.openxmlformats.org/officeDocument/2006/relationships/slideLayout" Target="/ppt/slideLayouts/slideLayout2.xml" Id="Rd52e9836e9d3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e9836e9d3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92741030b4bb3" /><Relationship Type="http://schemas.openxmlformats.org/officeDocument/2006/relationships/notesSlide" Target="/ppt/notesSlides/notesSlide1.xml" Id="Rdd2a2f8ec1c148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DD0FF-B71F-41BE-AEB6-1DDB318F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GB10 ds4 Performance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18FC7-EBA4-4A2B-87CB-18EB2FAF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A64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A6483"/>
                </a:solidFill>
                <a:latin typeface="Aptos"/>
                <a:ea typeface="Aptos"/>
                <a:cs typeface="Aptos"/>
              </a:rPr>
              <a:t>Measured on GB10 · 273 GB/s · 123 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F9DBE-AF67-4566-8FF4-43A0F84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036DF-8E36-4BDE-BBD6-3DB6840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D0819-7348-4118-A048-7C8E446B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① Cold Boot: Model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BA85-2B5B-486E-88BA-59E57D4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C6FAE-C94A-442D-B6ED-557083B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2FC57-2437-49B5-9EB2-A2B00CE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58EEB-A544-4085-A0A6-C87A498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621B6-D453-4BE9-99CE-1DD290F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② Prefill: Resident BW + Context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6E334-BB8D-4319-8D37-DCCC34F4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02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D8A4B-CFF7-4F28-8F75-B76DF3D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01F54-7541-4432-96F8-44C6D089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5F000-788F-4045-9A25-231F9AC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C9937-88DF-41D5-A193-B305ACA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③ Decode: UMA Weights + Long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772D7-0A4C-405F-AB36-1DC1FC2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480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8C111-76E9-4BFB-AB06-70F6323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C3EC5-DAB1-4DAB-BC8F-88175C0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Total model: 80.76 GB  (8.16 GB dense + 72.6 GB experts)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045A1-2321-466C-A252-745BC64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6.0 x4: 32 GiB/s  vs  PCIe 5.0 x4: 15.75 GiB/s  →  2.03× faster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F7F6A-D1B4-4F5D-97B3-F7F1DFF9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IO BW utilization: 56%  (measured on GB10)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570D8-7A11-4BF7-93A9-D7144A3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454400" cy="914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08FD9-F76C-47CC-8479-DDE4C12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 = Model_Size / (BW × Utilization)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7D4B2-D5AC-474A-80C5-F0F1B02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6.0 x4: 80.76 / (32 × 0.56) = 4.51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A43C1-D8F9-4E01-876B-D5AE3AA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5.0 x4: 80.76 / (15.75 × 0.56) = 9.16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0675F-A1C6-4304-B234-A2F41E0F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Speedup = 9.16 / 4.51 = 2.03×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FA7A6-5025-48CF-A83F-CB0826D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45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661D4-B0E1-43B8-83FB-8ADA5F1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45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Cold Boot is SSD/NVMe → UMA/DDR loading. With measured 56% IO efficiency, PCIe 6.0 x4 reduces startup from 9.16 s to 4.51 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E45BE-FFB7-4F3B-AA28-92AD248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085850"/>
            <a:ext cx="3492500" cy="838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C8B35-E8D6-41DD-B94A-67E4567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1620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Calculation logic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535B7-364F-4C19-8DFC-79050E1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3525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η_mem,prefill = [ceil(P/2048) × 80.76 / prefill_s] / 273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31313-05DC-427F-AC5F-55B12E7F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52400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m = mem / (mem + gpu),  c = gpu / (mem + gpu)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676FB-428D-4873-AF08-42BB22E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954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Pred(273/120)=Obs/(m+c×123/120); Pred(546/120)=Obs/(0.5m+c×123/120)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603E8-C911-48ED-88D2-FD1BBBB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19300"/>
            <a:ext cx="7239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2ACD9-BC0C-45BE-8BCE-E071ADF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76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4EF2F-387F-4C7B-81BC-A18A4F94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19300"/>
            <a:ext cx="9144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4FC14B-5B6F-42FB-BD13-96291B9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076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GB10 TPS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2C8EA9-8CF8-430D-BB98-1F1CCD78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019300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E64F72-F14F-41B0-AD61-8C01D3A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076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 Util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648789-376B-4668-8B4C-2C2FE678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019300"/>
            <a:ext cx="6858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F2E14-608D-4911-A4EC-0862993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07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Busy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EB6D8-FCF7-4162-BC03-6360D7A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ABC7E9-30AB-470F-BF83-4BCBBF3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273GB/120T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94A4C6-1138-41EC-BC9D-112EDF81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1C2F95-F255-45C2-B2D9-066D4B4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546GB/120T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89F852-7933-4CE2-B18E-A2D3B8D7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324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5A722-A25D-4F7B-A034-FC2F87AF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B2EC36-1A42-49F1-B0E2-5629D18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324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A7B856-0160-4A1E-BFA7-DBC2D39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362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DFFB40-649B-46AC-99B9-6160326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324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DBE149-6D1D-43D0-905B-CA24DA4C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362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34.43%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D7060F-FACC-4C2D-BD38-309BC9F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324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5390EB-4013-44EC-8C7E-AC6607A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362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0.00%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1DD91C-472A-4B43-BC38-690950DA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881AB7-73D3-4847-9702-6228BB1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148.98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497A9D-708B-46CF-B4A0-446CA7D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084152-12C2-43BF-AB9F-96F28F7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297.96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0D32E0-96DA-4AA8-B9A7-B814441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5527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E2A5A9-C14F-48B9-89A2-25C4EFFB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5908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1,024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8FEE8F-BF1D-4EB4-8BE2-887C8A97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5527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2E5B1C-E74F-4EC4-9D09-DE0B6210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5908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379.51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9A2FCB-4E16-4BD0-9397-4950B6A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5527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6AD0A5-D4A0-4ADB-97F8-72D78A7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590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714B5D-580F-46D0-B8AD-B5494916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5527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34A591-A0D8-4FED-B913-7738576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5908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AE28D6-26BF-4F0A-9EEB-793FAAC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6FE6F0-E401-4A0D-BFBB-6452ABA3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376.56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0924F0-E620-4319-94E3-840DB92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19D655-98C4-4E05-BECF-C0B82EB6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571.18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82F139-7B41-4FDF-A341-944DAFF4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7813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36B0CE-E9A0-4138-BF5B-A85F79BA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8194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2,048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35E4E9B-5609-4354-9CFF-59CA4C1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7813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9F434A-4975-41A8-964E-6B0923B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819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396.40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D424CA-5E24-4C2D-A461-67CD656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7813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489FB2-2948-46AE-824D-B62201B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8194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5.73%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9E929E-3B69-4249-BC0F-DA5EB9C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7813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B49F25-9EB8-4DD2-99A0-C00F3D8F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8194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7.00%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D72E667-DFDC-47D7-9A35-47A4DD83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D5B036-0B86-4CEE-A192-FD3FD2A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391.02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FE4E1B-26B2-4DA1-8F98-9520428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C15B2B-D568-46EC-A7E3-F11BA53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502.55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9D78297-1844-4DB8-B81F-55648D6F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0099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340168-7780-42F2-94A9-8969B5D0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0480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72460B-B4C3-4FF7-8A4D-53465CC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0099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88989B3-52E8-4CEB-A026-6519F78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0480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390.78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C81AD2-0A6B-4660-8EE1-DB09F11C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0099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C54D96-E13B-4875-8485-6512DB4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5.64%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842C992-5693-4499-8562-538C6740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0099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3C48F7-F91F-4294-9F97-5B6219A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0480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9.90%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C5A2FF-F860-423B-94FF-F04F4DC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621ED3C-7666-4C63-A248-1D855C5A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384.65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96D66E3-6E7E-485F-87D3-5203B77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05FAFC-070E-4901-A3C4-2043ED4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468.33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3077C9-ECBC-4A47-BB31-C72D6116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2385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A46DA3-FE76-4721-AA5E-7C3E7FA5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2766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65,536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3A6296-9C7C-4DB4-ACF0-36836A5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2385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AEEF16-6E2A-4A4A-9948-D43DC20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2766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336.37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E42B0B-CC68-4FBE-8F0E-5893EAC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2385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2AAA8B-4AAD-491C-BF79-B509ED04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276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4.86%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155390-C6F0-4457-8135-B17C015A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2385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487A40-F491-4E75-85DD-CF9F5437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2766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87.08%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A34D22-4FCB-4B1B-B7F2-8298234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CF3A49-25B9-4E66-A26A-88C1343D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328.59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22E5E0F-0A9C-47AB-A848-6D264F7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B36E72-747D-402D-A7D6-F683F27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337.30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234528-2061-43E6-8098-6559695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467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CFE773E-1BD4-417C-A267-E938362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05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131,072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585583-D6A0-4D4D-97D3-F98B627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467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0E788F6-692F-416A-9C93-AFD5A53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505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290.63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47B4477-9596-47DE-802A-C69785FA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467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8D2444-C5EC-4004-A60A-734FBFF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505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4.20%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384BCD-EC64-41E5-937E-D54AF5E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467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4ABC0EB-4899-445D-B593-F848EDD0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505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92.05%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D095D3-5B9F-498C-AF05-A5116BE4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DBE1B6-82C5-46CE-AF2F-30B7A39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283.84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19D486-2230-4183-B906-175A4C9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F872F3-C6D5-44CB-800D-A1CB001A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290.02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BD6F671-ABA3-4D63-AABD-0BF8005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790950"/>
            <a:ext cx="349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0D3A22C-C81C-48F1-BF05-2761B0E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981450"/>
            <a:ext cx="349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Small-context Prefill is resident-bandwidth dominated, so 546 GB/s nearly doubles 128-token throughput. At 64K–128K, context compute dominates and extra bandwidth adds little.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8FAA169-C0AA-4E48-9C49-C60E88C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1085850"/>
            <a:ext cx="3492500" cy="838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7716A6-05FA-42B2-9647-B6639FF0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1620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Calculation logic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A54800-F903-431F-88DE-69E5F757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3525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Active weights/token = 10.97 GiB = 8.20 + 1.07 + 72.56×6/256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FE3A119-D849-4FD5-99E9-D85960B0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52400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η_mem,decode = generation_tps × 10.97 / 273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74C7D6-F81D-4177-B376-CF36768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6954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Pred(273/120)=Obs/(m+c×123/120); Pred(546/120)=Obs/(0.5m+c×123/120)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508F3FC-0F8A-490C-8D95-D0B76A68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019300"/>
            <a:ext cx="7239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698725A-D266-490B-B793-C8F925C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AF2C721-97F3-4506-A3F9-FF448A6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019300"/>
            <a:ext cx="9144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5949E21-9F9C-4F84-9E48-66018B75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076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GB10 TPS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1503A58-55D1-4900-AAC5-B270E30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019300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0E49E7-3EA6-4607-B600-242C3863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076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 Util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80B49FF-90DA-400A-90D0-5DCFBF7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019300"/>
            <a:ext cx="6858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92B2182-8A31-41C5-8527-A71A073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07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Busy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7B9A452-FF96-4F78-9800-166FFFA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C36DF29-593C-49BF-9D4D-53B8E900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273GB/120T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555C59E-DB14-4135-8187-B8F365B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F2C755A-7BD4-43D0-9CE7-3BE35ED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546GB/120T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8323EEA-2484-4F69-BF6A-9F7DA9A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324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02DC9F3-A797-4697-9C0A-47DB2D5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362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963B8A6-5868-40D4-9F60-8E819D5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324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8E4CBB5-908E-46C9-BAC6-973252B2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362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16.12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0318607-5CC2-4C78-A922-A3BF1820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24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18101E-8602-4720-A76F-605CB2A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362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64.78%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21EF1AB-3158-4702-A64D-909E6E7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324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BC03B90-6750-4221-894F-3E3BEC5D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362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8.62%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DD6884-EDF4-4875-AD1D-25EDC7F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A0BBF0D-1CF3-4CD4-A5BB-3D70AD59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16.07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14F181B-1121-4705-BE76-36C8A90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EA1A01F-19AF-4FFE-AD95-E4BE7F8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28.70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E0A98D3-2792-46F2-902F-E2A97D9C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5527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128967C-F74A-408F-9C47-29939743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5908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1,024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CCCA328-9CB3-4A5E-B66C-810D501C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5527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EED22F3-2252-4432-B2B7-94BC5C2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5908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15.26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E22E85D-D089-41B1-AF6A-FEF1A9E2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5527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911C977-CF3F-48A8-B1BD-B5ABCB2C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590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61.32%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E1D71F7-F8C7-4F92-A320-3696B87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5527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BFDE1D-390A-4A6F-A947-CC1E831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5908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8.29%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3802CDF-D60A-408B-80BC-0E2427B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E5F24D9-708F-43FA-B54A-E07583AD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15.21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9568F6B-BDE3-45BC-88FC-C6E627A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78B116C-2C59-4D7F-B4BD-D2C7531B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27.13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EDF7930-0CC8-4135-A472-A3C7945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7813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FE02BA2-C574-4F15-8317-60D3FDF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8194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2,048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982D7A6-B342-42F1-953B-3EBD208A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7813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CE6CE6D-B5C0-46AF-94C0-642D7FA1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819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14.58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1A45F51-EB6C-4AD2-B3EE-FD463BB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7813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248F5A8-0C8D-4D88-88CA-34799A3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8194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58.59%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F198427-31CD-40F8-AD0E-61A65C2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7813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02F3DE7-2890-4CDD-9EE0-C2D9C3DA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8194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8.13%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3A4869D-8104-4A07-89EB-9FA06A0E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CE3AABA-250F-4BD8-BBBE-5D42E092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14.54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84EFA17-76C8-477A-9928-BEC9802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F2C9B80-E517-4EBE-AFDE-3D6C00DE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25.85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7A2C64B-960D-4BE8-BA2F-D88007B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0099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E0EAAC9-0CFE-4D90-B4D3-FE37FF7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3445DF0-3F8D-4C54-B592-71A08B7A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0099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E0E9A9D-03C8-4CD6-A09F-474FB7A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0480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14.36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9573354-F119-43F3-8FC3-37B00D89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099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8E9FE79-6E87-41F6-884B-3FB02A02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57.70%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96CD57F-1BE5-4A0D-A98B-001FEEE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0099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833EAC2-9B8F-4410-9C02-17CCE03A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0480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94.38%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080601E-E89F-4883-9238-9E532EF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F36B7F8-05F3-413C-BD6D-7E0E30A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14.14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BED7A43-F17D-4157-9C7D-51A974C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DE7C7EE-0202-49DF-9DC8-AF17831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17.39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BDC791F-6BFF-4947-B5FF-49023CE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2385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25D15E3-4943-4DCF-BE32-8A0FE84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2766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65,536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B823679-2826-4DA2-9AD5-666FF54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2385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E8E5492-C55E-4BF3-84CF-00BFEC0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2766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12.25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FAEAFA8-4886-4CAD-926E-C7683A8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2385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93B7DDB-FD1A-4D3C-922E-09B28115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276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49.22%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D08D8D4-F06C-4241-B4C8-BFC2D76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2385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4B6544F-6DB6-4AE6-A629-35ACF05C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2766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96.00%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FA67667-8358-48D5-B1F4-EAB88473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0FF080A-F603-4A37-A3DC-400C696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12.05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0D0B305-E39C-41E8-8E16-5FF6DBD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F3D4E28-8CE7-42A0-9AA7-491CD01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14.46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9220CFE-A6E4-40B2-ADB1-143E1498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467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DFFF7E3-B2E8-42CF-A1BC-DD6523B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505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131,072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03783E5-B956-4A98-91A6-72706FF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467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782D64A-D1F2-4C2A-B9E1-0BF5B502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505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10.73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0C7E236-C728-48C3-8C71-09FED7A6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467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9861E30-9798-48E4-A326-72664D7B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505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43.12%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A173109-4ED9-407E-9C57-A010F19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467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5FC10BC-96F5-4BDF-A3CD-5933D9C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505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96.00%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7575868-2818-47CC-BA87-47008A1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5385209-B918-4E95-BAF8-0D8CA6A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10.55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6D7AC9-E413-49DC-9570-06381AC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A21050E-26F0-4D2A-8FB4-455CD1CD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12.44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F8AF53E-05BD-45B3-ADCB-78841A9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790950"/>
            <a:ext cx="349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D2E4E09-961F-4DB7-8E7B-26E7D245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981450"/>
            <a:ext cx="349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is dominated by UMA-weight and KV/state bandwidth. Doubling bandwidth helps short contexts strongly, but long-context gains compress to ~15–20% as context-path overhead grows.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18EE824-190D-463D-9E12-39190AE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00550"/>
            <a:ext cx="115824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7D7D7E6-773E-4D61-8F71-4FC951B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00550"/>
            <a:ext cx="1158240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678AE36-FF35-451A-91A2-F3F3A4C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1123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 Summary: GB10 Measured vs Next-Gen Memory/Compute Configs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F9AD8F3-F3AE-499E-9FC6-D3C83A28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9938D17-6F42-4881-B22A-70B46DE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199F8FA-FF02-4FE5-966B-3FFD0A1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01F1C4B-2E04-4F3B-84DD-FBBBF2D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GB10 (273/123T)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6071424-299D-45D4-B9DE-DE45477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E2996BB-D8B3-41A7-B1A4-9FA5263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 A (273/120T)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7D2AB92-8DBE-4705-B02E-11988B20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8110D8E-BC10-44CA-9DD5-AD1FC61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 B (546/120T)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852F219-F959-4783-BE60-2542A0D0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57750"/>
            <a:ext cx="11430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F0C8592-0991-487D-9C15-6873CA7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8653B76-C14B-42EF-AC8E-6B35AFF5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3333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0BB6304-0055-4320-90EB-7368BF0D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7568878-3D8E-43B0-A9D4-2159F116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54E2819-F8D8-41FE-9D6A-074234F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Cold Boot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F5E8037-DB5B-471E-85CE-80A3A17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667AFA9-928D-4BC8-A890-C5B42CC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66AEE52-C085-4224-AB78-D54B6CFD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93D789A-F564-4650-9B4D-5391737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1A7AC1F-27FD-4F90-B56F-D5ADB96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A5AC529-B448-462E-840F-E4933AC8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2309B43-62A7-4A2D-9B49-8F0C53E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720AE35-E7B0-4999-A497-A4EA42F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same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4BB755B-E4F5-406A-AFF2-D059C801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2ED8CBF-8427-4480-9E37-F980304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911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Storage BW only (NVMe/PCIe path; UMA/compute unchanged)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F3472A5-AC55-4178-8E9D-1B1577A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14FEC6D-79B6-4ECA-8B3D-DE218DD0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Prefill C=128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FCC02F4-56FF-40BF-9D7C-69223F1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78C1A04-6E88-4C60-9C4B-967959DE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 tok/s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5BC59F9-5FB8-4A93-861D-D35012A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EC36CE6-7C9A-4D5C-9185-271284C2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 tok/s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6822B02-EDFD-429B-846F-8043485D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2422A8A-921D-4760-9BDC-085F5C8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297.96 tok/s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A7087CE-F526-46E7-B9C2-DBAB88E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911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2D2A3E7-08E5-4682-A9F7-80BAA5B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2.00× @ 546GB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D18070C-ECAB-4CDF-A74C-65D3A75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E41D957-468F-40CA-A4B1-6B2B3AD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387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Resident UMA BW + fixed cost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1547BDB-534A-4DC1-BF90-EBCD97BA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388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55D0F7E-C57B-4798-B2EC-5A25BD90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Prefill C=2,048 ★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7E41B53-11A8-4C2F-9241-A98DAD19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35EDC0A-A943-4E53-84D5-2314E2B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396.40 tok/s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FA7AF3C-80D4-4631-A580-9A150D5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95116B7-F0DD-46E0-932F-32C7F1F1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391.02 tok/s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9AB43C3-FAD3-4EEE-8194-10DC913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2F3586F-B37E-486A-9BBD-48180DBD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502.55 tok/s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E3BD25A-07DA-447A-9BAC-334DAF6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388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9FDB42D-3E3F-4879-982D-52274862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864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1.27× @ 546GB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290430A-F76F-4C3C-8A35-289E55E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388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DAD56AA-DD1C-4FCF-914A-FF468419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864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Hybrid (resident BW + compute)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9D0BED5-464E-4B3E-99B3-DB3FFA3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573738E-B60E-49F3-BCE5-71E0AA97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340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@128 ctx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EF4AF60-344A-4902-B3E8-92B8D16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3081768-DA6A-448A-822B-C6D56829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16.12 tok/s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A796B9E-3472-486B-BDA1-9068355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E0665EC-79F6-4EBB-AF47-4A25844E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16.07 tok/s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ECB7C5F-6B80-470D-A1A5-D45ECC3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E4AC4BF-CAAD-419D-8877-A4C9475C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28.70 tok/s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F227680-F6BD-4124-BB10-826EED68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864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629A4AA-FB3E-479A-BBC8-74217DC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340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1.78× @ 546GB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12AA5E2-46B3-4B06-B146-158D5DA4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864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4D8D028-B043-4706-9163-4A4A4167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340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UMA active-weight bandwidth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A7EADFA-A906-4650-BE68-C306ED84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263C381-CA6D-4415-8771-140656C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817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@8K ctx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7D7A9847-E73F-4078-87D1-C959C2D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46E95CD-639A-43EB-B456-34AAD883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14.36 tok/s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616C5F8-1D13-4BBB-A512-62870D8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C6ADC60-43AE-48A9-9D8E-55A2173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14.14 tok/s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B75543E-4876-4575-BF30-0C72397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7BE33A8-FEFF-4FAE-B9C2-BFEFC5C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17.39 tok/s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565EADC-66ED-4E1A-A5FE-88230D9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1341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4B8F427-851F-4180-A212-1D166BC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817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1.21× @ 546GB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0E64253-CDF9-4139-8D0D-F9E0D1DD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341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7DA8F97-5C06-4463-8B4D-F52450B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1817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Mixed (memory + context path)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BBEE55D-A000-46F9-8CE0-26B2E0CA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585EF00-D966-47FB-A28A-AC2FC9DB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@128K ctx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C1D6458-22C5-4F2D-A477-41FB90C9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60B94B7-B297-460E-838D-2BDD52B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10.73 tok/s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44285F4-2C85-4268-9205-E5EBB188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B7DABB2-DB63-4D79-829B-3565228C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10.55 tok/s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8D2E003-0F73-4A4A-B87A-8F20E65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3D184D1-95F3-4F46-A4B3-A81F276D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12.44 tok/s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EA9A37F8-B77E-4123-97E5-E616180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38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E32DA049-4F86-461F-BCCA-78DEA56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4293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1.16× @ 546GB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37E5F26-9267-4591-9CC1-F105EBA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3817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D3184E2-A7C9-433B-9BA7-6E9EBA4C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Long-context KV/state + compute path</a:t>
            </a:r>
          </a:p>
        </p:txBody>
      </p:sp>
    </p:spTree>
    <p:extLst>
      <p:ext uri="{BB962C8B-B14F-4D97-AF65-F5344CB8AC3E}">
        <p14:creationId xmlns:p14="http://schemas.microsoft.com/office/powerpoint/2010/main" val="871711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2026-06-01T10:43:04.3790000Z</dcterms:created>
  <dcterms:modified xsi:type="dcterms:W3CDTF">2026-06-01T10:43:04.3790000Z</dcterms:modified>
</coreProperties>
</file>